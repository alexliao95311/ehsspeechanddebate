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sessions/optimistic-fervent-brahmagupta/mnt/outputs/icons/globe_whit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863840" y="365760"/>
            <a:ext cx="4754880" cy="4754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 F O   N I G H 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26974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Schools Debate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7724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High School Speech &amp; Debate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sessions/optimistic-fervent-brahmagupta/mnt/outputs/icons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46888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World Schools Debate?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Schools is a fast-paced, argument-based debate format used at national and international tournaments. Teams debate real-world motions, prepared in advance and on the spot.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5420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sessions/optimistic-fervent-brahmagupta/mnt/outputs/icons/user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670048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3182112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vs 3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04672" y="3602736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teams of three — Proposition and Opposition — debate every round.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43400" y="228600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99432" y="25420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sessions/optimistic-fervent-brahmagupta/mnt/outputs/icons/lightbulb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2670048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99432" y="3182112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Prepared &amp; Impromptu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599432" y="3602736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motions are released weeks ahead; others just 30–60 minutes before the round.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138160" y="228600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94192" y="25420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sessions/optimistic-fervent-brahmagupta/mnt/outputs/icons/balanc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2670048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94192" y="3182112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Scored 40 / 40 / 20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394192" y="3602736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weigh Content, Style, and Strategy — 40%, 40%, and 20%.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sessions/optimistic-fervent-brahmagupta/mnt/outputs/icons/m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46888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Round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166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MIN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2697480" y="15544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Substantive speeches (1st, 2nd, 3rd speakers)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166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30175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MIN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2697480" y="30175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speeches — no new arguments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434340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Information (POIs) may be offered only between the 1- and 7-minute marks of substantive speeches — never during reply speeches.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35040" y="13716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Speaker Roles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035040" y="1920240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63640" y="19202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Speaker 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motion and opens the case.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035040" y="2834640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63640" y="28346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Speaker 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Rebuilds the case and dismantles the opposing one.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035040" y="3749040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263640" y="37490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Speaker 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and defends the team’s case.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035040" y="4663440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263640" y="46634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Speaker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for either side — delivered by the 1st or 2nd speaker only.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sessions/optimistic-fervent-brahmagupta/mnt/outputs/icons/fl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46888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Emerald's World Schools Chapter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EHS Speech &amp; Debate is proud to launch a World Schools chapter this year!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34924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251460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Traveling Varsity Spots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14400" y="40690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competitive team travels to majors and invitationals.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194560"/>
            <a:ext cx="534924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29400" y="251460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6629400" y="35661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Teams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629400" y="40690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 based on interest — sign up to be considered.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sessions/optimistic-fervent-brahmagupta/mnt/outputs/icons/calend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46888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12064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24028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sessions/optimistic-fervent-brahmagupta/mnt/outputs/icons/gradcap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5146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429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Tanya Chatterjee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82296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Schools Debate Coach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943600" y="1828800"/>
            <a:ext cx="5669280" cy="3291840"/>
          </a:xfrm>
          <a:prstGeom prst="roundRect">
            <a:avLst>
              <a:gd name="adj" fmla="val 388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30936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PRACTICE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309360" y="2560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Mondays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6309360" y="3337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– 7:30 PM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309360" y="4114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all World Schools members.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sessions/optimistic-fervent-brahmagupta/mnt/outputs/icons/troph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46888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Tournament Schedule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schedule TBD — updates coming soon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N F I R M E 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sessions/optimistic-fervent-brahmagupta/mnt/outputs/icons/trophy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44144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28803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Harvard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49808" y="333756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Cambridge, MA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410712" y="21488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11880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sessions/optimistic-fervent-brahmagupta/mnt/outputs/icons/trophy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44144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11880" y="28803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Sunvite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611880" y="333756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Davie, FL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272784" y="21488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73952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sessions/optimistic-fervent-brahmagupta/mnt/outputs/icons/trophy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44144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73952" y="28803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TOC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473952" y="333756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required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134856" y="21488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336024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/sessions/optimistic-fervent-brahmagupta/mnt/outputs/icons/trophy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7464" y="2441448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336024" y="28803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NSDA Nationals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9336024" y="333756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required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548640" y="41148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68680" y="4379976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0" name="Image 5" descr="/sessions/optimistic-fervent-brahmagupta/mnt/outputs/icons/glob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4507992"/>
            <a:ext cx="246888" cy="24688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600200" y="41148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more international tournaments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travel team — details coming soon.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234440"/>
            <a:ext cx="2606040" cy="4599432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sessions/optimistic-fervent-brahmagupta/mnt/outputs/alex_photo_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2240280" cy="3950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033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  T H E   C A P T A I 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0" y="16916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703320" y="23957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Schools Captain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703320" y="2971800"/>
            <a:ext cx="7818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at Emerald High School and World Schools Captain.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 to elimination rounds at the National Speech and Debate Tournament, competing in Public Forum.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of Champions qualifier — earned two gold bids at the Berkeley and Columbia Invitationals.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through EHS S&amp;D's Gemini summer camp and continues teaching debate through Aero Advantage.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of debate: competitive swimmer and concert pianist in Emerald's Honors Chamber Orchestra.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1783080"/>
            <a:ext cx="2194560" cy="2194560"/>
          </a:xfrm>
          <a:prstGeom prst="ellipse">
            <a:avLst/>
          </a:prstGeom>
          <a:solidFill>
            <a:srgbClr val="1E2761"/>
          </a:solidFill>
          <a:ln w="31750">
            <a:solidFill>
              <a:srgbClr val="D4AF37"/>
            </a:solidFill>
            <a:prstDash val="solid"/>
          </a:ln>
        </p:spPr>
      </p:sp>
      <p:pic>
        <p:nvPicPr>
          <p:cNvPr id="4" name="Image 0" descr="/sessions/optimistic-fervent-brahmagupta/mnt/outputs/icons/gradcap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4688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033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  T H E   C O A C H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0" y="16916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Tanya Chatterjee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703320" y="23957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Schools Debate Coach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703320" y="3017520"/>
            <a:ext cx="7818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coached World Schools for Emerald at the National Speech and Debate Tournament.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703320" y="402336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bio coming soon!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sessions/optimistic-fervent-brahmagupta/mnt/outputs/icons/comments_whit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1097280" y="182880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51460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0" y="361188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Alex or Tanya after the meeting to get involved.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2026-08-16T19:22:40Z</dcterms:created>
  <dcterms:modified xsi:type="dcterms:W3CDTF">2026-08-16T19:22:40Z</dcterms:modified>
</cp:coreProperties>
</file>